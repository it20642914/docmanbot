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B63B5-27D0-9041-514A-E413A50BE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5FC7A-C685-58B7-BDEB-5CA7B7D27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E7572-D367-E350-4A11-C2866077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ADF44-D088-71FB-CDF0-192999E3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15DE2-2C53-5ACB-9305-BE5E7E04A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48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9757-5305-AC91-08DF-0D014C4A4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24FAA-83B7-12C8-96E5-49DC62A73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3033F-A0DD-4E72-D3DD-F61C3487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0DD31-C415-B962-249E-44BD38F7A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4A175-B2A6-4C36-201C-72C2A5A8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4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B9D1C-D86E-202F-9B37-BB4A87B6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792FD-9EE5-66D7-1B83-FC2FC595D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95325-0748-CD8E-6F66-5A63AFF4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C885C-9E91-6A6C-81B0-E8B2A748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0A927-938A-0A1F-A4A7-3196D1B0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8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BA100-8220-D53E-6D25-DE107DDA5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AA9F2-06C4-22B0-984E-36497C9DE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29DE1-1397-3DFB-E386-CF9177CF7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0A747-E156-4BE1-1611-DE0993D5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2565E-BC22-EAAF-EA3B-AA9297F5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50EAF-55E3-3AA0-3B58-7392F021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0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59AA-0308-F1F1-A521-53F8DF026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90F92-CC65-0E19-BDAE-04EE9710C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D0D7F-B069-6D51-B780-55633A94B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0282F-C891-A075-4BDB-8DFAE51B2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7C1C2B-B57D-FAB2-04DB-6B7A53DDB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0F365-36A1-AF59-6BC8-2885E3A0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F257C-73D8-5A03-5537-E76E0E50E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7EFCF1-A314-9FAC-1B89-AAA6729A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3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1B2E-19B8-11ED-9974-069FEF95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F3AE08-BD73-851D-2B03-D48BD4AF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66D13-009A-CFBD-FFA4-C5D474A6F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32E09-2A3A-3A71-7D4E-E3446ABE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2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9B25D-9307-7050-CD8F-3C6EBD97A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DC1FE2-F06F-5231-6D79-C387B6513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7C2FC-B774-7317-6769-F4D02890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8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3BDA-713C-2FF8-BB29-DDEE8E425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1C898-E3BE-7B61-FBB4-B5F0B9E2C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00559C-53D9-066B-489E-A6266633A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209E4-6D16-F54A-8320-C68FFE937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CB5BC-8AE6-C52A-840A-0F30352F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79E1B-3B75-8669-3E02-3830E2D5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8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CC6C-3D95-FEF9-DB4A-36D74D85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074FDD-D494-305E-964B-88281E53C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FAF4D-42C7-A383-2CD5-EEF97F3CD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00DB4-0CEC-5834-A1AB-AAC1A434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F9254-E7BF-ADFA-BCFA-929E6FEA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2C73B-6BDC-51AC-5BDA-9FCDAD15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42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48BB-1BB4-506B-64BE-31F1BDD4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57A79-77F7-D69C-0FAA-41E57E9D3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0BC92-2D8A-7116-C880-AA3CB2A5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51CE3-8370-C3C5-2732-6B3E52768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DB74C-3339-462D-D791-55307765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6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F93F7-C8F1-0C39-8665-99C78E7E1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1F51A-1B69-254D-DA55-3C55EDA7F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252C1-3AB0-62BC-8799-75E864776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8A73F-FBAB-A921-69D3-E5174ED0C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352C2-0C03-CB04-66A7-967969F83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1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63BC56-F455-02FC-490F-F5587A454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C0592-56AD-90C6-7340-6EEBD18E4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C5E78-29D1-A595-68B8-6C6E4FC992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16643-70B2-4DC7-8BF9-233AE0E9B64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31773-0D09-50D6-3D8D-6738A671C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92D6-E6A1-C25C-860F-A92A0B9B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FA171-B157-44B4-8107-1C9B1D2A6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0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204381-92FF-E247-BC9A-F7FEAFC0D39D}"/>
              </a:ext>
            </a:extLst>
          </p:cNvPr>
          <p:cNvSpPr txBox="1"/>
          <p:nvPr/>
        </p:nvSpPr>
        <p:spPr>
          <a:xfrm>
            <a:off x="812800" y="762000"/>
            <a:ext cx="2908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Duration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CB0343-A1A7-1C76-FF2E-5DC859B9C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2" y="2219471"/>
            <a:ext cx="11371269" cy="157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43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Pubuduni Gunarathne</dc:creator>
  <cp:lastModifiedBy>Pubuduni Gunarathne</cp:lastModifiedBy>
  <cp:revision>1</cp:revision>
  <dcterms:created xsi:type="dcterms:W3CDTF">2026-02-12T06:05:26Z</dcterms:created>
  <dcterms:modified xsi:type="dcterms:W3CDTF">2026-02-12T06:16:13Z</dcterms:modified>
</cp:coreProperties>
</file>