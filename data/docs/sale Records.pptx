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</c:v>
                </c:pt>
                <c:pt idx="1">
                  <c:v>0.15</c:v>
                </c:pt>
                <c:pt idx="2">
                  <c:v>0.35</c:v>
                </c:pt>
                <c:pt idx="3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A7-4CB6-9A21-3022A6729E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6CF83-7108-6A0B-F488-D7FFE4B36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D4BCFF6-865E-DF9D-2F0C-8EF8D9055C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664621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44200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Nipuna Aravinda</cp:lastModifiedBy>
  <cp:revision>5</cp:revision>
  <dcterms:created xsi:type="dcterms:W3CDTF">2013-01-27T09:14:16Z</dcterms:created>
  <dcterms:modified xsi:type="dcterms:W3CDTF">2026-02-12T06:04:35Z</dcterms:modified>
  <cp:category/>
</cp:coreProperties>
</file>