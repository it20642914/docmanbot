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barChart>
        <c:barDir val="bar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Start</c:v>
                </c:pt>
              </c:strCache>
            </c:strRef>
          </c:tx>
          <c:spPr>
            <a:noFill/>
            <a:ln>
              <a:noFill/>
            </a:ln>
          </c:spPr>
          <c:invertIfNegative val="1"/>
          <c:cat>
            <c:strRef>
              <c:f>Sheet1!$A$2:$A$5</c:f>
              <c:strCache>
                <c:ptCount val="4"/>
                <c:pt idx="0">
                  <c:v>Requirements &amp; Design</c:v>
                </c:pt>
                <c:pt idx="1">
                  <c:v>Development</c:v>
                </c:pt>
                <c:pt idx="2">
                  <c:v>Testing &amp; Validation</c:v>
                </c:pt>
                <c:pt idx="3">
                  <c:v>Deployment &amp; Closure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2</c:v>
                </c:pt>
                <c:pt idx="2">
                  <c:v>7</c:v>
                </c:pt>
                <c:pt idx="3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33E-4D68-83C6-CA71E0EA0D8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Duration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Requirements &amp; Design</c:v>
                </c:pt>
                <c:pt idx="1">
                  <c:v>Development</c:v>
                </c:pt>
                <c:pt idx="2">
                  <c:v>Testing &amp; Validation</c:v>
                </c:pt>
                <c:pt idx="3">
                  <c:v>Deployment &amp; Closure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</c:v>
                </c:pt>
                <c:pt idx="1">
                  <c:v>5</c:v>
                </c:pt>
                <c:pt idx="2">
                  <c:v>3</c:v>
                </c:pt>
                <c:pt idx="3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33E-4D68-83C6-CA71E0EA0D8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title>
          <c:tx>
            <c:rich>
              <a:bodyPr/>
              <a:lstStyle/>
              <a:p>
                <a:r>
                  <a:rPr lang="en-US"/>
                  <a:t>Project Phases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t"/>
        <c:majorGridlines/>
        <c:title>
          <c:tx>
            <c:rich>
              <a:bodyPr/>
              <a:lstStyle/>
              <a:p>
                <a:r>
                  <a:rPr lang="en-US"/>
                  <a:t>Timeline (Months)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r"/>
      <c:overlay val="0"/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274320"/>
            <a:ext cx="175990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Project Timeline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</Words>
  <Application>Microsoft Office PowerPoint</Application>
  <PresentationFormat>On-screen Show (4:3)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Samudra Mihirangi</cp:lastModifiedBy>
  <cp:revision>2</cp:revision>
  <dcterms:created xsi:type="dcterms:W3CDTF">2013-01-27T09:14:16Z</dcterms:created>
  <dcterms:modified xsi:type="dcterms:W3CDTF">2026-02-10T11:02:16Z</dcterms:modified>
  <cp:category/>
</cp:coreProperties>
</file>